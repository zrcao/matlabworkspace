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97" d="100"/>
          <a:sy n="97" d="100"/>
        </p:scale>
        <p:origin x="-1872" y="-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printerSettings" Target="printerSettings/printerSettings1.bin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5D3301-CB39-DC43-97BD-06445F9B8DB5}" type="datetimeFigureOut">
              <a:rPr lang="en-US" smtClean="0"/>
              <a:t>9/16/14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79F69A-EA46-CE47-9AED-DF592D609B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806197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5D3301-CB39-DC43-97BD-06445F9B8DB5}" type="datetimeFigureOut">
              <a:rPr lang="en-US" smtClean="0"/>
              <a:t>9/16/14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79F69A-EA46-CE47-9AED-DF592D609B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00350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5D3301-CB39-DC43-97BD-06445F9B8DB5}" type="datetimeFigureOut">
              <a:rPr lang="en-US" smtClean="0"/>
              <a:t>9/16/14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79F69A-EA46-CE47-9AED-DF592D609B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796602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5D3301-CB39-DC43-97BD-06445F9B8DB5}" type="datetimeFigureOut">
              <a:rPr lang="en-US" smtClean="0"/>
              <a:t>9/16/14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79F69A-EA46-CE47-9AED-DF592D609B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933627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5D3301-CB39-DC43-97BD-06445F9B8DB5}" type="datetimeFigureOut">
              <a:rPr lang="en-US" smtClean="0"/>
              <a:t>9/16/14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79F69A-EA46-CE47-9AED-DF592D609B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768202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5D3301-CB39-DC43-97BD-06445F9B8DB5}" type="datetimeFigureOut">
              <a:rPr lang="en-US" smtClean="0"/>
              <a:t>9/16/14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79F69A-EA46-CE47-9AED-DF592D609B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659596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5D3301-CB39-DC43-97BD-06445F9B8DB5}" type="datetimeFigureOut">
              <a:rPr lang="en-US" smtClean="0"/>
              <a:t>9/16/14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79F69A-EA46-CE47-9AED-DF592D609B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498445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5D3301-CB39-DC43-97BD-06445F9B8DB5}" type="datetimeFigureOut">
              <a:rPr lang="en-US" smtClean="0"/>
              <a:t>9/16/14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79F69A-EA46-CE47-9AED-DF592D609B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937837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5D3301-CB39-DC43-97BD-06445F9B8DB5}" type="datetimeFigureOut">
              <a:rPr lang="en-US" smtClean="0"/>
              <a:t>9/16/14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79F69A-EA46-CE47-9AED-DF592D609B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965569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5D3301-CB39-DC43-97BD-06445F9B8DB5}" type="datetimeFigureOut">
              <a:rPr lang="en-US" smtClean="0"/>
              <a:t>9/16/14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79F69A-EA46-CE47-9AED-DF592D609B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268125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5D3301-CB39-DC43-97BD-06445F9B8DB5}" type="datetimeFigureOut">
              <a:rPr lang="en-US" smtClean="0"/>
              <a:t>9/16/14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79F69A-EA46-CE47-9AED-DF592D609B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341931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35D3301-CB39-DC43-97BD-06445F9B8DB5}" type="datetimeFigureOut">
              <a:rPr lang="en-US" smtClean="0"/>
              <a:t>9/16/14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A79F69A-EA46-CE47-9AED-DF592D609B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37260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286612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Motivation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13294"/>
            <a:ext cx="8229600" cy="4525963"/>
          </a:xfrm>
        </p:spPr>
        <p:txBody>
          <a:bodyPr>
            <a:normAutofit fontScale="85000" lnSpcReduction="20000"/>
          </a:bodyPr>
          <a:lstStyle/>
          <a:p>
            <a:r>
              <a:rPr lang="en-US" dirty="0" smtClean="0"/>
              <a:t>Broadband wireless systems provide</a:t>
            </a:r>
          </a:p>
          <a:p>
            <a:pPr lvl="1"/>
            <a:r>
              <a:rPr lang="en-US" dirty="0" smtClean="0"/>
              <a:t>High data throughput</a:t>
            </a:r>
          </a:p>
          <a:p>
            <a:pPr lvl="1"/>
            <a:r>
              <a:rPr lang="en-US" dirty="0" smtClean="0"/>
              <a:t>Increased frequency diversity for assured communications</a:t>
            </a:r>
          </a:p>
          <a:p>
            <a:pPr lvl="1"/>
            <a:r>
              <a:rPr lang="en-US" dirty="0" smtClean="0"/>
              <a:t>Spread spectrum enables LPI/LPD</a:t>
            </a:r>
          </a:p>
          <a:p>
            <a:r>
              <a:rPr lang="en-US" dirty="0" smtClean="0"/>
              <a:t>However, tradition approach requires continuous spectrum to transmit and receive a broadband spectrum</a:t>
            </a:r>
          </a:p>
          <a:p>
            <a:pPr lvl="1"/>
            <a:r>
              <a:rPr lang="en-US" dirty="0" smtClean="0"/>
              <a:t>Spectrum resource is scarce</a:t>
            </a:r>
          </a:p>
          <a:p>
            <a:pPr lvl="1"/>
            <a:r>
              <a:rPr lang="en-US" dirty="0" smtClean="0"/>
              <a:t>Large truck of continuous spectrum is even less available</a:t>
            </a:r>
          </a:p>
          <a:p>
            <a:pPr lvl="1"/>
            <a:r>
              <a:rPr lang="en-US" dirty="0" smtClean="0"/>
              <a:t>Spectrum are fragmented</a:t>
            </a:r>
          </a:p>
          <a:p>
            <a:r>
              <a:rPr lang="en-US" dirty="0" smtClean="0"/>
              <a:t>Split transmission spectrum from the processing spectrum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4547369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Proposed Transceiver Scheme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927480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Transmitter Power Amplifier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US" dirty="0" smtClean="0"/>
              <a:t>PMEPR &amp; PAPR</a:t>
            </a:r>
          </a:p>
          <a:p>
            <a:r>
              <a:rPr lang="en-US" dirty="0" smtClean="0"/>
              <a:t>Peak power to average power ratio is time-domain phenomenon </a:t>
            </a:r>
          </a:p>
          <a:p>
            <a:pPr lvl="1"/>
            <a:r>
              <a:rPr lang="en-US" dirty="0" smtClean="0"/>
              <a:t>Change sampling frequency would linear scale the bandwidth of individual segments as well as the space between segments without changing the PMEPR</a:t>
            </a:r>
          </a:p>
          <a:p>
            <a:pPr lvl="1"/>
            <a:r>
              <a:rPr lang="en-US" dirty="0" smtClean="0"/>
              <a:t>Thus, we could just investigate the PMEPR for a given total bandwidth with the following cases</a:t>
            </a:r>
          </a:p>
          <a:p>
            <a:pPr lvl="2"/>
            <a:r>
              <a:rPr lang="en-US" dirty="0" smtClean="0"/>
              <a:t>Equal segment bandwidth</a:t>
            </a:r>
          </a:p>
          <a:p>
            <a:pPr lvl="3"/>
            <a:r>
              <a:rPr lang="en-US" dirty="0"/>
              <a:t>F</a:t>
            </a:r>
            <a:r>
              <a:rPr lang="en-US" dirty="0" smtClean="0"/>
              <a:t>ix the number of segments, varying the space between segments</a:t>
            </a:r>
          </a:p>
          <a:p>
            <a:pPr lvl="4"/>
            <a:r>
              <a:rPr lang="en-US" dirty="0" smtClean="0"/>
              <a:t>Equal spacing</a:t>
            </a:r>
          </a:p>
          <a:p>
            <a:pPr lvl="4"/>
            <a:r>
              <a:rPr lang="en-US" dirty="0"/>
              <a:t>U</a:t>
            </a:r>
            <a:r>
              <a:rPr lang="en-US" dirty="0" smtClean="0"/>
              <a:t>nequal spacing</a:t>
            </a:r>
          </a:p>
          <a:p>
            <a:pPr lvl="3"/>
            <a:r>
              <a:rPr lang="en-US" dirty="0" smtClean="0"/>
              <a:t>Fix the space between segments, varying the number of segments</a:t>
            </a:r>
          </a:p>
          <a:p>
            <a:pPr lvl="4"/>
            <a:r>
              <a:rPr lang="en-US" dirty="0" smtClean="0"/>
              <a:t>Equal spacing</a:t>
            </a:r>
          </a:p>
          <a:p>
            <a:pPr lvl="4"/>
            <a:r>
              <a:rPr lang="en-US" dirty="0" smtClean="0"/>
              <a:t>Unequal spacing</a:t>
            </a:r>
          </a:p>
          <a:p>
            <a:pPr lvl="2"/>
            <a:r>
              <a:rPr lang="en-US" dirty="0" smtClean="0"/>
              <a:t>Unequal </a:t>
            </a:r>
            <a:r>
              <a:rPr lang="en-US" smtClean="0"/>
              <a:t>segment bandwidth</a:t>
            </a:r>
            <a:endParaRPr lang="en-US" dirty="0" smtClean="0"/>
          </a:p>
          <a:p>
            <a:pPr lvl="3"/>
            <a:endParaRPr lang="en-US" dirty="0" smtClean="0"/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3006502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887</TotalTime>
  <Words>152</Words>
  <Application>Microsoft Macintosh PowerPoint</Application>
  <PresentationFormat>On-screen Show (4:3)</PresentationFormat>
  <Paragraphs>24</Paragraphs>
  <Slides>4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5" baseType="lpstr">
      <vt:lpstr>Office Theme</vt:lpstr>
      <vt:lpstr>PowerPoint Presentation</vt:lpstr>
      <vt:lpstr>Motivation</vt:lpstr>
      <vt:lpstr>Proposed Transceiver Scheme</vt:lpstr>
      <vt:lpstr>Transmitter Power Amplifier</vt:lpstr>
    </vt:vector>
  </TitlesOfParts>
  <Company>USC ISI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Zhongren Cao</dc:creator>
  <cp:lastModifiedBy>Zhongren Cao</cp:lastModifiedBy>
  <cp:revision>7</cp:revision>
  <dcterms:created xsi:type="dcterms:W3CDTF">2014-09-17T01:57:23Z</dcterms:created>
  <dcterms:modified xsi:type="dcterms:W3CDTF">2014-09-17T16:45:13Z</dcterms:modified>
</cp:coreProperties>
</file>